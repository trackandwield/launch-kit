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291840"/>
            <a:ext cx="3840480" cy="3840480"/>
          </a:xfrm>
          <a:prstGeom prst="ellipse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NEW IN LOOM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315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Auto-translate for Loom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Record once. Everyone watches in their own language, with captions and an AI voice-over.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Loom product marketing  ·  Concept launch  ·  November 2026</a:t>
            </a:r>
          </a:p>
        </p:txBody>
      </p:sp>
      <p:sp>
        <p:nvSpPr>
          <p:cNvPr id="9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Loom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What we'll cover today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21408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Why one update turns into three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24912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Meet auto-translate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64992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How it works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86784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What the beta showed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08576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72B4D"/>
                </a:solidFill>
                <a:latin typeface="Arial"/>
              </a:rPr>
              <a:t>Plans and next steps</a:t>
            </a:r>
          </a:p>
        </p:txBody>
      </p:sp>
      <p:sp>
        <p:nvSpPr>
          <p:cNvPr id="1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Global teams record the same update twice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4023360" cy="3566160"/>
          </a:xfrm>
          <a:prstGeom prst="roundRect">
            <a:avLst>
              <a:gd name="adj" fmla="val 6000"/>
            </a:avLst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566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AB00"/>
                </a:solidFill>
                <a:latin typeface="Arial"/>
              </a:rPr>
              <a:t>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takes a lead records of one update for a team in three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286000"/>
            <a:ext cx="6309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Leads re-record every update for each language on the team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Or they send one version, and some people only get half of 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Loom already transcribes in 50+ languages, but viewers still read in the original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2B4D"/>
                </a:solidFill>
                <a:latin typeface="Arial"/>
              </a:rPr>
              <a:t>•  Time spent on extra takes is time not spent on the work</a:t>
            </a:r>
          </a:p>
        </p:txBody>
      </p:sp>
      <p:sp>
        <p:nvSpPr>
          <p:cNvPr id="9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One recording, every language on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514600"/>
            <a:ext cx="685800" cy="68580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Record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Share one Loom with the whole team. No second take for each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19" y="2514600"/>
            <a:ext cx="685800" cy="685800"/>
          </a:xfrm>
          <a:prstGeom prst="ellipse">
            <a:avLst/>
          </a:prstGeom>
          <a:solidFill>
            <a:srgbClr val="655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Pick a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Viewers choose from 10 languages in the player and get captions plus an AI voice-over.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2194560"/>
            <a:ext cx="3474720" cy="35661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58" y="2514600"/>
            <a:ext cx="685800" cy="685800"/>
          </a:xfrm>
          <a:prstGeom prst="ellipse">
            <a:avLst/>
          </a:prstGeom>
          <a:solidFill>
            <a:srgbClr val="36B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8" y="3429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72B4D"/>
                </a:solidFill>
                <a:latin typeface="Arial"/>
              </a:rPr>
              <a:t>Nothing to redo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8" y="40233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C84"/>
                </a:solidFill>
                <a:latin typeface="Arial"/>
              </a:rPr>
              <a:t>Your original video stays exactly as you recorded it. Translation is added for the viewer.</a:t>
            </a:r>
          </a:p>
        </p:txBody>
      </p:sp>
      <p:sp>
        <p:nvSpPr>
          <p:cNvPr id="1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Three steps, and only one of them is yours</a:t>
            </a:r>
          </a:p>
        </p:txBody>
      </p:sp>
      <p:grpSp>
        <p:nvGrpSpPr>
          <p:cNvPr id="5" name="Steps"/>
          <p:cNvGrpSpPr/>
          <p:nvPr/>
        </p:nvGrpSpPr>
        <p:grpSpPr>
          <a:xfrm>
            <a:off x="548640" y="2286000"/>
            <a:ext cx="11064238" cy="3154679"/>
            <a:chOff x="548640" y="2286000"/>
            <a:chExt cx="11064238" cy="3154679"/>
          </a:xfrm>
        </p:grpSpPr>
        <p:sp>
          <p:nvSpPr>
            <p:cNvPr id="6" name="Pentagon 5"/>
            <p:cNvSpPr/>
            <p:nvPr/>
          </p:nvSpPr>
          <p:spPr>
            <a:xfrm>
              <a:off x="548640" y="2286000"/>
              <a:ext cx="3566160" cy="822960"/>
            </a:xfrm>
            <a:prstGeom prst="homePlate">
              <a:avLst/>
            </a:prstGeom>
            <a:solidFill>
              <a:srgbClr val="0052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640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Record and share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8640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Record and share a Loom the way you do today.</a:t>
              </a:r>
            </a:p>
          </p:txBody>
        </p:sp>
        <p:sp>
          <p:nvSpPr>
            <p:cNvPr id="9" name="Chevron 8"/>
            <p:cNvSpPr/>
            <p:nvPr/>
          </p:nvSpPr>
          <p:spPr>
            <a:xfrm>
              <a:off x="4297679" y="2286000"/>
              <a:ext cx="3566160" cy="822960"/>
            </a:xfrm>
            <a:prstGeom prst="chevron">
              <a:avLst/>
            </a:prstGeom>
            <a:solidFill>
              <a:srgbClr val="00B8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97679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Choose a language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97679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The viewer picks their language from the player menu.</a:t>
              </a:r>
            </a:p>
          </p:txBody>
        </p:sp>
        <p:sp>
          <p:nvSpPr>
            <p:cNvPr id="12" name="Chevron 11"/>
            <p:cNvSpPr/>
            <p:nvPr/>
          </p:nvSpPr>
          <p:spPr>
            <a:xfrm>
              <a:off x="8046718" y="2286000"/>
              <a:ext cx="3566160" cy="822960"/>
            </a:xfrm>
            <a:prstGeom prst="chevron">
              <a:avLst/>
            </a:prstGeom>
            <a:solidFill>
              <a:srgbClr val="172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b="1">
                  <a:solidFill>
                    <a:srgbClr val="FFFFFF"/>
                  </a:solidFill>
                  <a:latin typeface="Arial"/>
                </a:rPr>
                <a:t>Step 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46718" y="3383280"/>
              <a:ext cx="3291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200" b="1">
                  <a:solidFill>
                    <a:srgbClr val="172B4D"/>
                  </a:solidFill>
                  <a:latin typeface="Arial"/>
                </a:rPr>
                <a:t>Watch and listen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46718" y="3977639"/>
              <a:ext cx="329184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>
                  <a:solidFill>
                    <a:srgbClr val="5E6C84"/>
                  </a:solidFill>
                  <a:latin typeface="Arial"/>
                </a:rPr>
                <a:t>Captions and an AI voice-over play in that language.</a:t>
              </a:r>
            </a:p>
          </p:txBody>
        </p:sp>
      </p:grpSp>
      <p:sp>
        <p:nvSpPr>
          <p:cNvPr id="15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7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371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00B8D9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Half my team is in Brazil and Japan. I either record three versions of every update or accept that some people only get half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Team lead, global product team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Composite quote from the launch brief (hypothetical)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91440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91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languages at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6032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375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teams in the beta (hypothetical)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0624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052CC"/>
                </a:solidFill>
                <a:latin typeface="Arial"/>
              </a:rP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9834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C84"/>
                </a:solidFill>
                <a:latin typeface="Arial"/>
              </a:rPr>
              <a:t>languages Loom already transcribes</a:t>
            </a:r>
          </a:p>
        </p:txBody>
      </p:sp>
      <p:sp>
        <p:nvSpPr>
          <p:cNvPr id="12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Included with Loom's AI plans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3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2434132"/>
                <a:gridCol w="3097987"/>
                <a:gridCol w="3097987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Business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Business + AI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Enterprise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$18 per user/month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$24 per user/month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Contact sales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Auto-translate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Not 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AI features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Auto titles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Summaries, chapters, AI workflows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Summaries, chapters, AI workflows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SSO, SCIM, custom retention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C84"/>
                </a:solidFill>
                <a:latin typeface="Arial"/>
              </a:rPr>
              <a:t>Prices from atlassian.com/software/loom/pricing, checked October 2026. Annual billing saves up to 17%.</a:t>
            </a:r>
          </a:p>
        </p:txBody>
      </p:sp>
      <p:sp>
        <p:nvSpPr>
          <p:cNvPr id="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2CC"/>
                </a:solidFill>
                <a:latin typeface="Arial"/>
              </a:rPr>
              <a:t>THE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72B4D"/>
                </a:solidFill>
                <a:latin typeface="Arial"/>
              </a:rPr>
              <a:t>How teams cover more than one language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914"/>
                <a:gridCol w="2544775"/>
                <a:gridCol w="2544775"/>
                <a:gridCol w="2544775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Auto-translate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Record each language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Captions only</a:t>
                      </a:r>
                    </a:p>
                  </a:txBody>
                  <a:tcPr marL="137160" marR="137160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Creator effort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Record once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One take per language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Add a file per language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Viewer hears their language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Yes, AI voice-over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Yes, creator's voice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No, reads captions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Checked by a person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No, marked as machine translated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Depends on the source</a:t>
                      </a:r>
                    </a:p>
                  </a:txBody>
                  <a:tcPr marL="137160" marR="137160">
                    <a:solidFill>
                      <a:srgbClr val="F4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2B4D"/>
                          </a:solidFill>
                          <a:latin typeface="Arial"/>
                        </a:rPr>
                        <a:t>Longest video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45 minutes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 limit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72B4D"/>
                          </a:solidFill>
                          <a:latin typeface="Arial"/>
                        </a:rPr>
                        <a:t>No limit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E6C84"/>
                </a:solidFill>
                <a:latin typeface="Arial"/>
              </a:rPr>
              <a:t>Loom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E6C8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655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82880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Try it on your next Loom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01752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Arrives November 18, 2026 on Business + AI and Enterprise. example.com/loom/auto-translate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206240"/>
            <a:ext cx="3108960" cy="685800"/>
          </a:xfrm>
          <a:prstGeom prst="round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72B4D"/>
                </a:solidFill>
                <a:latin typeface="Arial"/>
              </a:rPr>
              <a:t>Try auto-translate</a:t>
            </a:r>
          </a:p>
        </p:txBody>
      </p:sp>
      <p:sp>
        <p:nvSpPr>
          <p:cNvPr id="7" name="Logo mark"/>
          <p:cNvSpPr/>
          <p:nvPr/>
        </p:nvSpPr>
        <p:spPr>
          <a:xfrm>
            <a:off x="548640" y="6291072"/>
            <a:ext cx="256032" cy="2560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 word"/>
          <p:cNvSpPr txBox="1"/>
          <p:nvPr/>
        </p:nvSpPr>
        <p:spPr>
          <a:xfrm>
            <a:off x="914400" y="6254496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Loom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3840480" y="629107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Unofficial concept made for a portfolio. Not an Atlassian announcement, and not affiliated with Atlassian.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94415" y="629107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